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Libre Baskerville"/>
      <p:regular r:id="rId6"/>
      <p:bold r:id="rId7"/>
      <p:italic r:id="rId8"/>
    </p:embeddedFont>
    <p:embeddedFont>
      <p:font typeface="Ovo"/>
      <p:regular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o-regular.fntdata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font" Target="fonts/LibreBaskerville-regular.fntdata"/><Relationship Id="rId7" Type="http://schemas.openxmlformats.org/officeDocument/2006/relationships/font" Target="fonts/LibreBaskerville-bold.fntdata"/><Relationship Id="rId8" Type="http://schemas.openxmlformats.org/officeDocument/2006/relationships/font" Target="fonts/LibreBaskervil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181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3</a:t>
            </a:r>
            <a:endParaRPr cap="none">
              <a:solidFill>
                <a:srgbClr val="EBEBEB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/>
              <a:t>Correlated Noise LSP 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9625026" y="7090259"/>
            <a:ext cx="2946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Roberto Vio</a:t>
            </a: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5550" y="5138328"/>
            <a:ext cx="1654550" cy="16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25" y="2354250"/>
            <a:ext cx="9112501" cy="654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