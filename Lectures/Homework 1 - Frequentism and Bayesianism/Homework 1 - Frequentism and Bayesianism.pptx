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3"/>
  </p:sldMasterIdLst>
  <p:notesMasterIdLst>
    <p:notesMasterId r:id="rId4"/>
  </p:notesMasterIdLst>
  <p:sldIdLst>
    <p:sldId id="256" r:id="rId5"/>
    <p:sldId id="257" r:id="rId6"/>
  </p:sldIdLst>
  <p:sldSz cy="9753600" cx="13004800"/>
  <p:notesSz cx="6858000" cy="9144000"/>
  <p:embeddedFontLst>
    <p:embeddedFont>
      <p:font typeface="Libre Baskerville"/>
      <p:regular r:id="rId7"/>
      <p:bold r:id="rId8"/>
      <p:italic r:id="rId9"/>
    </p:embeddedFont>
    <p:embeddedFont>
      <p:font typeface="Ovo"/>
      <p:regular r:id="rId10"/>
    </p:embeddedFont>
    <p:embeddedFont>
      <p:font typeface="Helvetica Neue"/>
      <p:regular r:id="rId11"/>
      <p:bold r:id="rId12"/>
      <p:italic r:id="rId13"/>
      <p:boldItalic r:id="rId14"/>
    </p:embeddedFont>
    <p:embeddedFont>
      <p:font typeface="Gill Sans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regular.fntdata"/><Relationship Id="rId10" Type="http://schemas.openxmlformats.org/officeDocument/2006/relationships/font" Target="fonts/Ovo-regular.fntdata"/><Relationship Id="rId13" Type="http://schemas.openxmlformats.org/officeDocument/2006/relationships/font" Target="fonts/HelveticaNeue-italic.fntdata"/><Relationship Id="rId12" Type="http://schemas.openxmlformats.org/officeDocument/2006/relationships/font" Target="fonts/HelveticaNeue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LibreBaskerville-italic.fntdata"/><Relationship Id="rId15" Type="http://schemas.openxmlformats.org/officeDocument/2006/relationships/font" Target="fonts/GillSans-regular.fntdata"/><Relationship Id="rId14" Type="http://schemas.openxmlformats.org/officeDocument/2006/relationships/font" Target="fonts/HelveticaNeue-boldItalic.fntdata"/><Relationship Id="rId16" Type="http://schemas.openxmlformats.org/officeDocument/2006/relationships/font" Target="fonts/Gill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LibreBaskerville-regular.fntdata"/><Relationship Id="rId8" Type="http://schemas.openxmlformats.org/officeDocument/2006/relationships/font" Target="fonts/LibreBaskerville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- Centrato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079500" y="3416300"/>
            <a:ext cx="111760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800"/>
              <a:buFont typeface="Ovo"/>
              <a:buNone/>
              <a:defRPr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sottotitolo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1079500" y="2438400"/>
            <a:ext cx="111760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800"/>
              <a:buFont typeface="Ovo"/>
              <a:buNone/>
              <a:defRPr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1079500" y="5346700"/>
            <a:ext cx="1117600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Orizzontale">
  <p:cSld name="Foto - Orizzonta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1809750" y="519112"/>
            <a:ext cx="9685764" cy="6311905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1079500" y="6515100"/>
            <a:ext cx="1117600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800"/>
              <a:buFont typeface="Ovo"/>
              <a:buNone/>
              <a:defRPr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9500" y="8166100"/>
            <a:ext cx="11176000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  <a:defRPr sz="36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defRPr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800"/>
              <a:buFont typeface="Libre Baskerville"/>
              <a:buNone/>
              <a:defRPr>
                <a:solidFill>
                  <a:srgbClr val="8C8C8C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Verticale">
  <p:cSld name="Foto - Vertica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>
            <p:ph idx="2" type="pic"/>
          </p:nvPr>
        </p:nvSpPr>
        <p:spPr>
          <a:xfrm>
            <a:off x="5841065" y="140733"/>
            <a:ext cx="13875774" cy="9042401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914400" y="1193800"/>
            <a:ext cx="5270500" cy="39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914400" y="5219700"/>
            <a:ext cx="527050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600"/>
              <a:buFont typeface="Libre Baskerville"/>
              <a:buNone/>
              <a:defRPr sz="3600"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- In alto">
  <p:cSld name="Titolo - In alto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punti elenco">
  <p:cSld name="Titolo e punti elenco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914400" y="2717800"/>
            <a:ext cx="11176000" cy="6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, punti elenco e foto">
  <p:cSld name="Titolo, punti elenco e foto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/>
          <p:nvPr>
            <p:ph idx="2" type="pic"/>
          </p:nvPr>
        </p:nvSpPr>
        <p:spPr>
          <a:xfrm>
            <a:off x="6068075" y="635557"/>
            <a:ext cx="13908500" cy="9063728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8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18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914400" y="2705100"/>
            <a:ext cx="51181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44500" lvl="0" marL="457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1pPr>
            <a:lvl2pPr indent="-4445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2pPr>
            <a:lvl3pPr indent="-4445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3pPr>
            <a:lvl4pPr indent="-4445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4pPr>
            <a:lvl5pPr indent="-4445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3400"/>
              <a:buFont typeface="Libre Baskerville"/>
              <a:buChar char="•"/>
              <a:defRPr sz="3400"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nti elenco">
  <p:cSld name="Punti elenc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idx="1" type="body"/>
          </p:nvPr>
        </p:nvSpPr>
        <p:spPr>
          <a:xfrm>
            <a:off x="914400" y="685800"/>
            <a:ext cx="11176000" cy="83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Didascalia">
  <p:cSld name="Foto - Didascali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>
            <p:ph idx="2" type="pic"/>
          </p:nvPr>
        </p:nvSpPr>
        <p:spPr>
          <a:xfrm>
            <a:off x="965200" y="228600"/>
            <a:ext cx="11069437" cy="72136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1016000" y="7200900"/>
            <a:ext cx="5207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151"/>
              </a:buClr>
              <a:buSzPts val="2400"/>
              <a:buFont typeface="Radley"/>
              <a:buNone/>
              <a:defRPr b="1" sz="2400">
                <a:solidFill>
                  <a:srgbClr val="515151"/>
                </a:solidFill>
                <a:latin typeface="Radley"/>
                <a:ea typeface="Radley"/>
                <a:cs typeface="Radley"/>
                <a:sym typeface="Radley"/>
              </a:defRPr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2 per pagina">
  <p:cSld name="Foto - 2 per pagin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>
            <p:ph idx="2" type="pic"/>
          </p:nvPr>
        </p:nvSpPr>
        <p:spPr>
          <a:xfrm>
            <a:off x="-725555" y="285492"/>
            <a:ext cx="13927350" cy="9076012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11"/>
          <p:cNvSpPr/>
          <p:nvPr>
            <p:ph idx="3" type="pic"/>
          </p:nvPr>
        </p:nvSpPr>
        <p:spPr>
          <a:xfrm>
            <a:off x="-458135" y="318533"/>
            <a:ext cx="13875774" cy="9042401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3 per pagina">
  <p:cSld name="Foto - 3 per pagin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/>
          <p:nvPr>
            <p:ph idx="2" type="pic"/>
          </p:nvPr>
        </p:nvSpPr>
        <p:spPr>
          <a:xfrm>
            <a:off x="-387679" y="1342562"/>
            <a:ext cx="13785500" cy="8983573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2"/>
          <p:cNvSpPr/>
          <p:nvPr>
            <p:ph idx="3" type="pic"/>
          </p:nvPr>
        </p:nvSpPr>
        <p:spPr>
          <a:xfrm>
            <a:off x="6278260" y="900786"/>
            <a:ext cx="6411700" cy="4178301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2"/>
          <p:cNvSpPr/>
          <p:nvPr>
            <p:ph idx="4" type="pic"/>
          </p:nvPr>
        </p:nvSpPr>
        <p:spPr>
          <a:xfrm>
            <a:off x="-33388" y="1041395"/>
            <a:ext cx="12027434" cy="7837895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zione">
  <p:cSld name="Citazio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1270000" y="6362700"/>
            <a:ext cx="104648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3200"/>
              <a:buFont typeface="Libre Baskerville"/>
              <a:buNone/>
              <a:defRPr i="1" sz="3200"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2" type="body"/>
          </p:nvPr>
        </p:nvSpPr>
        <p:spPr>
          <a:xfrm>
            <a:off x="1270000" y="3911600"/>
            <a:ext cx="104648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675A"/>
              </a:buClr>
              <a:buSzPts val="4200"/>
              <a:buFont typeface="Libre Baskerville"/>
              <a:buNone/>
              <a:defRPr sz="4200"/>
            </a:lvl1pPr>
            <a:lvl2pPr indent="-34290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">
  <p:cSld name="Fo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>
            <p:ph idx="2" type="pic"/>
          </p:nvPr>
        </p:nvSpPr>
        <p:spPr>
          <a:xfrm>
            <a:off x="-609600" y="-12700"/>
            <a:ext cx="15084057" cy="98298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>
  <p:cSld name="Vuot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sz="1800">
                <a:solidFill>
                  <a:srgbClr val="43434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o">
  <p:cSld name="Vuoto">
    <p:bg>
      <p:bgPr>
        <a:solidFill>
          <a:srgbClr val="00517C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12145165" y="7791449"/>
            <a:ext cx="386110" cy="41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7000" lIns="47000" spcFirstLastPara="1" rIns="47000" wrap="square" tIns="470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060"/>
              </a:buClr>
              <a:buSzPts val="2200"/>
              <a:buFont typeface="Gill Sans"/>
              <a:buNone/>
              <a:defRPr sz="2200">
                <a:solidFill>
                  <a:srgbClr val="60606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434343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7463"/>
              </a:buClr>
              <a:buSzPts val="5800"/>
              <a:buFont typeface="Libre Baskerville"/>
              <a:buNone/>
              <a:defRPr b="0" i="0" sz="5800" u="none" cap="none" strike="noStrike">
                <a:solidFill>
                  <a:srgbClr val="81746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14400" y="2717800"/>
            <a:ext cx="11176000" cy="6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82600" lvl="0" marL="4572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482600" lvl="1" marL="9144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482600" lvl="2" marL="13716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482600" lvl="3" marL="18288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482600" lvl="4" marL="22860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482600" lvl="5" marL="27432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482600" lvl="6" marL="32004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482600" lvl="7" marL="36576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482600" lvl="8" marL="4114800" marR="0" rtl="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72675A"/>
              </a:buClr>
              <a:buSzPts val="4000"/>
              <a:buFont typeface="Libre Baskerville"/>
              <a:buChar char="•"/>
              <a:defRPr b="0" i="0" sz="4000" u="none" cap="none" strike="noStrike">
                <a:solidFill>
                  <a:srgbClr val="72675A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324600" y="9118600"/>
            <a:ext cx="342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Baskerville"/>
              <a:buNone/>
              <a:defRPr b="0" i="0" sz="1800" u="none" cap="none" strike="noStrike">
                <a:solidFill>
                  <a:srgbClr val="434343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1018115" y="347825"/>
            <a:ext cx="11218578" cy="98372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5800"/>
              <a:buFont typeface="Ovo"/>
              <a:buNone/>
            </a:pPr>
            <a:r>
              <a:rPr lang="en-US" cap="none">
                <a:solidFill>
                  <a:srgbClr val="EBEBEB"/>
                </a:solidFill>
                <a:latin typeface="Ovo"/>
                <a:ea typeface="Ovo"/>
                <a:cs typeface="Ovo"/>
                <a:sym typeface="Ovo"/>
              </a:rPr>
              <a:t>HOMEWORK 1</a:t>
            </a:r>
            <a:endParaRPr/>
          </a:p>
        </p:txBody>
      </p:sp>
      <p:pic>
        <p:nvPicPr>
          <p:cNvPr descr="Immagine" id="70" name="Google Shape;7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0866" y="1866129"/>
            <a:ext cx="6993268" cy="437631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7"/>
          <p:cNvSpPr txBox="1"/>
          <p:nvPr/>
        </p:nvSpPr>
        <p:spPr>
          <a:xfrm>
            <a:off x="5167666" y="6637650"/>
            <a:ext cx="3353106" cy="622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o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Jake VanderPlas</a:t>
            </a:r>
            <a:endParaRPr/>
          </a:p>
        </p:txBody>
      </p:sp>
      <p:pic>
        <p:nvPicPr>
          <p:cNvPr descr="Immagine" id="72" name="Google Shape;7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3912" y="7493099"/>
            <a:ext cx="1640614" cy="1640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/>
        </p:nvSpPr>
        <p:spPr>
          <a:xfrm>
            <a:off x="1350903" y="902225"/>
            <a:ext cx="9918600" cy="47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Ovo"/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(Optional) Jup</a:t>
            </a:r>
            <a:r>
              <a:rPr lang="en-US" sz="50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y</a:t>
            </a:r>
            <a:r>
              <a:rPr b="0" i="0" lang="en-US" sz="50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ter notebooks: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Ovo"/>
              <a:buNone/>
            </a:pPr>
            <a:r>
              <a:t/>
            </a:r>
            <a:endParaRPr b="0" i="0" sz="5000" u="none" cap="none" strike="noStrike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-673100" lvl="1" marL="134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Ovo"/>
              <a:buAutoNum type="arabicPeriod"/>
            </a:pPr>
            <a:r>
              <a:rPr b="0" i="0" lang="en-US" sz="40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FreqBayes1 </a:t>
            </a:r>
            <a:endParaRPr/>
          </a:p>
          <a:p>
            <a:pPr indent="-673100" lvl="1" marL="134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Ovo"/>
              <a:buAutoNum type="arabicPeriod"/>
            </a:pPr>
            <a:r>
              <a:rPr b="0" i="0" lang="en-US" sz="40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FreqBayes2</a:t>
            </a:r>
            <a:endParaRPr/>
          </a:p>
          <a:p>
            <a:pPr indent="-673100" lvl="1" marL="134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Ovo"/>
              <a:buAutoNum type="arabicPeriod"/>
            </a:pPr>
            <a:r>
              <a:rPr b="0" i="0" lang="en-US" sz="40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FreqBayes3</a:t>
            </a:r>
            <a:endParaRPr/>
          </a:p>
          <a:p>
            <a:pPr indent="-673100" lvl="1" marL="134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Ovo"/>
              <a:buAutoNum type="arabicPeriod"/>
            </a:pPr>
            <a:r>
              <a:rPr b="0" i="0" lang="en-US" sz="40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FreqBayes4</a:t>
            </a:r>
            <a:endParaRPr/>
          </a:p>
          <a:p>
            <a:pPr indent="-673100" lvl="1" marL="1346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Ovo"/>
              <a:buAutoNum type="arabicPeriod"/>
            </a:pPr>
            <a:r>
              <a:rPr b="0" i="0" lang="en-US" sz="40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FreqBayes5</a:t>
            </a:r>
            <a:endParaRPr/>
          </a:p>
        </p:txBody>
      </p:sp>
      <p:sp>
        <p:nvSpPr>
          <p:cNvPr id="78" name="Google Shape;78;p18"/>
          <p:cNvSpPr txBox="1"/>
          <p:nvPr/>
        </p:nvSpPr>
        <p:spPr>
          <a:xfrm>
            <a:off x="993153" y="7035800"/>
            <a:ext cx="11087646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377189" lvl="0" marL="377189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Libre Baskerville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Examples of Bayesian regression, hypothesis inference, and MCMC chains.</a:t>
            </a:r>
            <a:endParaRPr/>
          </a:p>
        </p:txBody>
      </p:sp>
      <p:pic>
        <p:nvPicPr>
          <p:cNvPr descr="Immagine" id="79" name="Google Shape;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4767" y="2583610"/>
            <a:ext cx="4950265" cy="3760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hotoPortfolio">
  <a:themeElements>
    <a:clrScheme name="PhotoPortfolio">
      <a:dk1>
        <a:srgbClr val="000000"/>
      </a:dk1>
      <a:lt1>
        <a:srgbClr val="FFFFFF"/>
      </a:lt1>
      <a:dk2>
        <a:srgbClr val="626262"/>
      </a:dk2>
      <a:lt2>
        <a:srgbClr val="C1C1C1"/>
      </a:lt2>
      <a:accent1>
        <a:srgbClr val="95ABBF"/>
      </a:accent1>
      <a:accent2>
        <a:srgbClr val="8FAC7A"/>
      </a:accent2>
      <a:accent3>
        <a:srgbClr val="C6C190"/>
      </a:accent3>
      <a:accent4>
        <a:srgbClr val="C2B18B"/>
      </a:accent4>
      <a:accent5>
        <a:srgbClr val="D9A774"/>
      </a:accent5>
      <a:accent6>
        <a:srgbClr val="B7836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hotoPortfolio">
  <a:themeElements>
    <a:clrScheme name="PhotoPortfolio">
      <a:dk1>
        <a:srgbClr val="72675A"/>
      </a:dk1>
      <a:lt1>
        <a:srgbClr val="184472"/>
      </a:lt1>
      <a:dk2>
        <a:srgbClr val="626262"/>
      </a:dk2>
      <a:lt2>
        <a:srgbClr val="C1C1C1"/>
      </a:lt2>
      <a:accent1>
        <a:srgbClr val="95ABBF"/>
      </a:accent1>
      <a:accent2>
        <a:srgbClr val="8FAC7A"/>
      </a:accent2>
      <a:accent3>
        <a:srgbClr val="C6C190"/>
      </a:accent3>
      <a:accent4>
        <a:srgbClr val="C2B18B"/>
      </a:accent4>
      <a:accent5>
        <a:srgbClr val="D9A774"/>
      </a:accent5>
      <a:accent6>
        <a:srgbClr val="B7836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