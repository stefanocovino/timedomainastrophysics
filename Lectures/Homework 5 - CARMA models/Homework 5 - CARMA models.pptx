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</p:sldIdLst>
  <p:sldSz cy="9753600" cx="13004800"/>
  <p:notesSz cx="6858000" cy="9144000"/>
  <p:embeddedFontLst>
    <p:embeddedFont>
      <p:font typeface="Libre Baskerville"/>
      <p:regular r:id="rId6"/>
      <p:bold r:id="rId7"/>
      <p:italic r:id="rId8"/>
    </p:embeddedFont>
    <p:embeddedFont>
      <p:font typeface="Ovo"/>
      <p:regular r:id="rId9"/>
    </p:embeddedFont>
    <p:embeddedFont>
      <p:font typeface="Helvetica Neue"/>
      <p:regular r:id="rId10"/>
      <p:bold r:id="rId11"/>
      <p:italic r:id="rId12"/>
      <p:boldItalic r:id="rId13"/>
    </p:embeddedFont>
    <p:embeddedFont>
      <p:font typeface="Gill San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.fntdata"/><Relationship Id="rId10" Type="http://schemas.openxmlformats.org/officeDocument/2006/relationships/font" Target="fonts/HelveticaNeue-regular.fntdata"/><Relationship Id="rId13" Type="http://schemas.openxmlformats.org/officeDocument/2006/relationships/font" Target="fonts/HelveticaNeue-boldItalic.fntdata"/><Relationship Id="rId12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Ovo-regular.fntdata"/><Relationship Id="rId15" Type="http://schemas.openxmlformats.org/officeDocument/2006/relationships/font" Target="fonts/GillSans-bold.fntdata"/><Relationship Id="rId14" Type="http://schemas.openxmlformats.org/officeDocument/2006/relationships/font" Target="fonts/GillSans-regular.fntdata"/><Relationship Id="rId5" Type="http://schemas.openxmlformats.org/officeDocument/2006/relationships/slide" Target="slides/slide1.xml"/><Relationship Id="rId6" Type="http://schemas.openxmlformats.org/officeDocument/2006/relationships/font" Target="fonts/LibreBaskerville-regular.fntdata"/><Relationship Id="rId7" Type="http://schemas.openxmlformats.org/officeDocument/2006/relationships/font" Target="fonts/LibreBaskerville-bold.fntdata"/><Relationship Id="rId8" Type="http://schemas.openxmlformats.org/officeDocument/2006/relationships/font" Target="fonts/LibreBaskervill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Centrato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079500" y="34163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sottotito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079500" y="24384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1079500" y="5346700"/>
            <a:ext cx="11176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Orizzontale">
  <p:cSld name="Foto - Orizzont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1809750" y="519112"/>
            <a:ext cx="9685764" cy="631190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1079500" y="6515100"/>
            <a:ext cx="1117600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9500" y="8166100"/>
            <a:ext cx="111760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Verticale">
  <p:cSld name="Foto - Vertic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5841065" y="140733"/>
            <a:ext cx="13875774" cy="904240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914400" y="1193800"/>
            <a:ext cx="527050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914400" y="5219700"/>
            <a:ext cx="527050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In alto">
  <p:cSld name="Titolo - In alto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punti elenco">
  <p:cSld name="Titolo e punti elenc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punti elenco e foto">
  <p:cSld name="Titolo, punti elenco e f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6068075" y="635557"/>
            <a:ext cx="13908500" cy="9063728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914400" y="2705100"/>
            <a:ext cx="51181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445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1pPr>
            <a:lvl2pPr indent="-4445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2pPr>
            <a:lvl3pPr indent="-4445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3pPr>
            <a:lvl4pPr indent="-4445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4pPr>
            <a:lvl5pPr indent="-4445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nti elenco">
  <p:cSld name="Punti ele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914400" y="685800"/>
            <a:ext cx="11176000" cy="83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Didascalia">
  <p:cSld name="Foto - Didascali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965200" y="228600"/>
            <a:ext cx="11069437" cy="72136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016000" y="7200900"/>
            <a:ext cx="5207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2 per pagina">
  <p:cSld name="Foto - 2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>
            <p:ph idx="2" type="pic"/>
          </p:nvPr>
        </p:nvSpPr>
        <p:spPr>
          <a:xfrm>
            <a:off x="-725555" y="285492"/>
            <a:ext cx="13927350" cy="9076012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1"/>
          <p:cNvSpPr/>
          <p:nvPr>
            <p:ph idx="3" type="pic"/>
          </p:nvPr>
        </p:nvSpPr>
        <p:spPr>
          <a:xfrm>
            <a:off x="-458135" y="318533"/>
            <a:ext cx="13875774" cy="9042401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3 per pagina">
  <p:cSld name="Foto - 3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/>
          <p:nvPr>
            <p:ph idx="2" type="pic"/>
          </p:nvPr>
        </p:nvSpPr>
        <p:spPr>
          <a:xfrm>
            <a:off x="-387679" y="1342562"/>
            <a:ext cx="13785500" cy="8983573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2"/>
          <p:cNvSpPr/>
          <p:nvPr>
            <p:ph idx="3" type="pic"/>
          </p:nvPr>
        </p:nvSpPr>
        <p:spPr>
          <a:xfrm>
            <a:off x="6278260" y="900786"/>
            <a:ext cx="6411700" cy="4178301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2"/>
          <p:cNvSpPr/>
          <p:nvPr>
            <p:ph idx="4" type="pic"/>
          </p:nvPr>
        </p:nvSpPr>
        <p:spPr>
          <a:xfrm>
            <a:off x="-33388" y="1041395"/>
            <a:ext cx="12027434" cy="783789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zione">
  <p:cSld name="Citazi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270000" y="63627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200"/>
              <a:buFont typeface="Libre Baskerville"/>
              <a:buNone/>
              <a:defRPr i="1" sz="3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1270000" y="3911600"/>
            <a:ext cx="10464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4200"/>
              <a:buFont typeface="Libre Baskerville"/>
              <a:buNone/>
              <a:defRPr sz="4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>
            <p:ph idx="2" type="pic"/>
          </p:nvPr>
        </p:nvSpPr>
        <p:spPr>
          <a:xfrm>
            <a:off x="-609600" y="-12700"/>
            <a:ext cx="15084057" cy="98298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>
  <p:cSld name="Vuot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o">
  <p:cSld name="Vuoto">
    <p:bg>
      <p:bgPr>
        <a:solidFill>
          <a:srgbClr val="00517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12145165" y="7791449"/>
            <a:ext cx="386110" cy="41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47000" spcFirstLastPara="1" rIns="47000" wrap="square" tIns="470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43434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82600" lvl="0" marL="457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82600" lvl="1" marL="914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82600" lvl="2" marL="1371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82600" lvl="3" marL="1828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82600" lvl="4" marL="22860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82600" lvl="5" marL="2743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82600" lvl="6" marL="3200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82600" lvl="7" marL="3657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82600" lvl="8" marL="4114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1030815" y="347825"/>
            <a:ext cx="11218578" cy="983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ct val="100000"/>
              <a:buFont typeface="Ovo"/>
              <a:buNone/>
            </a:pPr>
            <a:r>
              <a:rPr lang="en-US"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rPr>
              <a:t>HOMEWORK 5 - CARM</a:t>
            </a:r>
            <a:r>
              <a:rPr lang="en-US"/>
              <a:t>A models</a:t>
            </a:r>
            <a:endParaRPr/>
          </a:p>
        </p:txBody>
      </p:sp>
      <p:sp>
        <p:nvSpPr>
          <p:cNvPr id="70" name="Google Shape;70;p17"/>
          <p:cNvSpPr txBox="1"/>
          <p:nvPr/>
        </p:nvSpPr>
        <p:spPr>
          <a:xfrm>
            <a:off x="3694552" y="7795075"/>
            <a:ext cx="40488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Brandon C. Kelly</a:t>
            </a:r>
            <a:endParaRPr/>
          </a:p>
        </p:txBody>
      </p:sp>
      <p:pic>
        <p:nvPicPr>
          <p:cNvPr descr="Immagine" id="71" name="Google Shape;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3131" y="1623354"/>
            <a:ext cx="8150955" cy="4924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" id="72" name="Google Shape;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62868" y="6739835"/>
            <a:ext cx="2540001" cy="254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72675A"/>
      </a:dk1>
      <a:lt1>
        <a:srgbClr val="184472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000000"/>
      </a:dk1>
      <a:lt1>
        <a:srgbClr val="FFFFFF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