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</p:sldIdLst>
  <p:sldSz cy="9753600" cx="13004800"/>
  <p:notesSz cx="6858000" cy="9144000"/>
  <p:embeddedFontLst>
    <p:embeddedFont>
      <p:font typeface="Libre Baskerville"/>
      <p:regular r:id="rId7"/>
      <p:bold r:id="rId8"/>
      <p:italic r:id="rId9"/>
    </p:embeddedFont>
    <p:embeddedFont>
      <p:font typeface="Ovo"/>
      <p:regular r:id="rId10"/>
    </p:embeddedFont>
    <p:embeddedFont>
      <p:font typeface="Helvetica Neue"/>
      <p:regular r:id="rId11"/>
      <p:bold r:id="rId12"/>
      <p:italic r:id="rId13"/>
      <p:boldItalic r:id="rId14"/>
    </p:embeddedFon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Ovo-regular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ibreBaskerville-italic.fntdata"/><Relationship Id="rId15" Type="http://schemas.openxmlformats.org/officeDocument/2006/relationships/font" Target="fonts/GillSans-regular.fntdata"/><Relationship Id="rId14" Type="http://schemas.openxmlformats.org/officeDocument/2006/relationships/font" Target="fonts/HelveticaNeue-boldItalic.fntdata"/><Relationship Id="rId16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LibreBaskerville-regular.fntdata"/><Relationship Id="rId8" Type="http://schemas.openxmlformats.org/officeDocument/2006/relationships/font" Target="fonts/LibreBaskervill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181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2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4841802" y="6695650"/>
            <a:ext cx="37842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Simon Vaughan</a:t>
            </a:r>
            <a:endParaRPr/>
          </a:p>
        </p:txBody>
      </p:sp>
      <p:pic>
        <p:nvPicPr>
          <p:cNvPr descr="Immagine" id="71" name="Google Shape;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4583" y="1448676"/>
            <a:ext cx="7683183" cy="5071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"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977" y="7493099"/>
            <a:ext cx="1860986" cy="180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993153" y="7296149"/>
            <a:ext cx="11087646" cy="622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377189" lvl="0" marL="377189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ibre Baskerville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How to deal with a “coloured” noise in spectral analysis.</a:t>
            </a:r>
            <a:endParaRPr/>
          </a:p>
        </p:txBody>
      </p:sp>
      <p:pic>
        <p:nvPicPr>
          <p:cNvPr descr="Immagine" id="78" name="Google Shape;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634" y="1741362"/>
            <a:ext cx="5935977" cy="4169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