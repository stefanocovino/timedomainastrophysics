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</p:sldIdLst>
  <p:sldSz cy="9753600" cx="13004800"/>
  <p:notesSz cx="6858000" cy="9144000"/>
  <p:embeddedFontLst>
    <p:embeddedFont>
      <p:font typeface="Libre Baskerville"/>
      <p:regular r:id="rId6"/>
      <p:bold r:id="rId7"/>
      <p:italic r:id="rId8"/>
    </p:embeddedFont>
    <p:embeddedFont>
      <p:font typeface="Ovo"/>
      <p:regular r:id="rId9"/>
    </p:embeddedFont>
    <p:embeddedFont>
      <p:font typeface="Helvetica Neue"/>
      <p:regular r:id="rId10"/>
      <p:bold r:id="rId11"/>
      <p:italic r:id="rId12"/>
      <p:boldItalic r:id="rId13"/>
    </p:embeddedFon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vo-regular.fntdata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font" Target="fonts/LibreBaskerville-regular.fntdata"/><Relationship Id="rId7" Type="http://schemas.openxmlformats.org/officeDocument/2006/relationships/font" Target="fonts/LibreBaskerville-bold.fntdata"/><Relationship Id="rId8" Type="http://schemas.openxmlformats.org/officeDocument/2006/relationships/font" Target="fonts/LibreBaskervill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Centrat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sottotito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079500" y="24384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079500" y="5346700"/>
            <a:ext cx="11176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Orizzontale">
  <p:cSld name="Foto - Orizzont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1809750" y="519112"/>
            <a:ext cx="9685764" cy="6311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Verticale">
  <p:cSld name="Foto - Vertic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5841065" y="140733"/>
            <a:ext cx="13875774" cy="9042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In alto">
  <p:cSld name="Titolo - In alt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punti elenco">
  <p:cSld name="Titolo e punti elenc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punti elenco e foto">
  <p:cSld name="Titolo, punti elenco e f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6068075" y="635557"/>
            <a:ext cx="13908500" cy="9063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914400" y="2705100"/>
            <a:ext cx="51181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1pPr>
            <a:lvl2pPr indent="-4445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2pPr>
            <a:lvl3pPr indent="-4445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3pPr>
            <a:lvl4pPr indent="-4445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4pPr>
            <a:lvl5pPr indent="-4445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ti elenco">
  <p:cSld name="Punti ele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Didascalia">
  <p:cSld name="Foto - Didascali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965200" y="228600"/>
            <a:ext cx="11069437" cy="7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2 per pagina">
  <p:cSld name="Foto - 2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>
            <p:ph idx="2" type="pic"/>
          </p:nvPr>
        </p:nvSpPr>
        <p:spPr>
          <a:xfrm>
            <a:off x="-725555" y="285492"/>
            <a:ext cx="13927350" cy="907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7" name="Google Shape;47;p11"/>
          <p:cNvSpPr/>
          <p:nvPr>
            <p:ph idx="3" type="pic"/>
          </p:nvPr>
        </p:nvSpPr>
        <p:spPr>
          <a:xfrm>
            <a:off x="-458135" y="318533"/>
            <a:ext cx="13875774" cy="9042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3 per pagina">
  <p:cSld name="Foto - 3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/>
          <p:nvPr>
            <p:ph idx="2" type="pic"/>
          </p:nvPr>
        </p:nvSpPr>
        <p:spPr>
          <a:xfrm>
            <a:off x="-387679" y="1342562"/>
            <a:ext cx="13785500" cy="898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1" name="Google Shape;51;p12"/>
          <p:cNvSpPr/>
          <p:nvPr>
            <p:ph idx="3" type="pic"/>
          </p:nvPr>
        </p:nvSpPr>
        <p:spPr>
          <a:xfrm>
            <a:off x="6278260" y="900786"/>
            <a:ext cx="6411700" cy="4178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2" name="Google Shape;52;p12"/>
          <p:cNvSpPr/>
          <p:nvPr>
            <p:ph idx="4" type="pic"/>
          </p:nvPr>
        </p:nvSpPr>
        <p:spPr>
          <a:xfrm>
            <a:off x="-33388" y="1041395"/>
            <a:ext cx="12027434" cy="7837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">
  <p:cSld name="Citazi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270000" y="63627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200"/>
              <a:buFont typeface="Libre Baskerville"/>
              <a:buNone/>
              <a:defRPr i="1" sz="3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1270000" y="3911600"/>
            <a:ext cx="10464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4200"/>
              <a:buFont typeface="Libre Baskerville"/>
              <a:buNone/>
              <a:defRPr sz="4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>
            <p:ph idx="2" type="pic"/>
          </p:nvPr>
        </p:nvSpPr>
        <p:spPr>
          <a:xfrm>
            <a:off x="-609600" y="-12700"/>
            <a:ext cx="15084057" cy="9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>
  <p:cSld name="Vuot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o">
  <p:cSld name="Vuoto">
    <p:bg>
      <p:bgPr>
        <a:solidFill>
          <a:srgbClr val="00517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2145165" y="7791449"/>
            <a:ext cx="386110" cy="41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47000" spcFirstLastPara="1" rIns="47000" wrap="square" tIns="470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43434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82600" lvl="0" marL="457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82600" lvl="5" marL="2743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82600" lvl="6" marL="3200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82600" lvl="7" marL="3657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82600" lvl="8" marL="4114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1030815" y="347825"/>
            <a:ext cx="11218578" cy="983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ct val="100000"/>
              <a:buFont typeface="Ovo"/>
              <a:buNone/>
            </a:pPr>
            <a:r>
              <a:rPr lang="en-US"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rPr>
              <a:t>HOMEWORK 7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ct val="100000"/>
              <a:buFont typeface="Ovo"/>
              <a:buNone/>
            </a:pPr>
            <a:r>
              <a:rPr lang="en-US"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rPr>
              <a:t>An Information T</a:t>
            </a:r>
            <a:r>
              <a:rPr lang="en-US"/>
              <a:t>h</a:t>
            </a:r>
            <a:r>
              <a:rPr lang="en-US"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rPr>
              <a:t>eoretic Algorithm</a:t>
            </a:r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8883102" y="7759150"/>
            <a:ext cx="31212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lang="en-US"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Pablo Huijse</a:t>
            </a:r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175" y="1788746"/>
            <a:ext cx="7695866" cy="537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850" y="7362875"/>
            <a:ext cx="3357499" cy="22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