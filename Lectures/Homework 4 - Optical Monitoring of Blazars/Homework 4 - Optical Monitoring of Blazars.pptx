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Libre Baskerville"/>
      <p:regular r:id="rId6"/>
      <p:bold r:id="rId7"/>
      <p:italic r:id="rId8"/>
    </p:embeddedFont>
    <p:embeddedFont>
      <p:font typeface="Ovo"/>
      <p:regular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o-regular.fntdata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font" Target="fonts/LibreBaskerville-regular.fntdata"/><Relationship Id="rId7" Type="http://schemas.openxmlformats.org/officeDocument/2006/relationships/font" Target="fonts/LibreBaskerville-bold.fntdata"/><Relationship Id="rId8" Type="http://schemas.openxmlformats.org/officeDocument/2006/relationships/font" Target="fonts/LibreBaskervil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308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4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/>
              <a:t>Optical Monitoring of Blazars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5245100" y="7996650"/>
            <a:ext cx="3322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Kari Nilsson</a:t>
            </a:r>
            <a:endParaRPr/>
          </a:p>
        </p:txBody>
      </p:sp>
      <p:pic>
        <p:nvPicPr>
          <p:cNvPr descr="IMG_2944.jpeg" id="71" name="Google Shape;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4677" y="1874969"/>
            <a:ext cx="7152844" cy="5411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2945.jpeg"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0912" y="6968121"/>
            <a:ext cx="1665795" cy="222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